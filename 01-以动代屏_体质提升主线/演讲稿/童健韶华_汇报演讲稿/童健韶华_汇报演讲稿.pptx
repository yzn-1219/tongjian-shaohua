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3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&#10;    height: 720,&#10;    background: '#FFFFFF',&#10;    padding: '50px 70px',&#10;    display: 'flex',&#10;    flexDirection: 'column',&#10;    gap: 24&#10;}}&gt;&#10;    &lt;Box style={{ flexDirection: 'column', gap: 8 }}&gt;&#10;        &lt;Box style={{ background: '#EFF6FF', padding: '5px 14px', borderRadius: 6, width: 150 }}&gt;&#10;            &lt;Text style={{ fontSize: 14, color: '#1D4ED8', fontWeight: 'bold' }}&gt;汇报演讲文稿&lt;/Text&gt;&#10;        &lt;/Box&gt;&#10;        &lt;Text style={{ fontSize: 38, fontWeight: 'bold', color: '#0F172A' }}&gt;&#10;            童健韶华 · 三下乡汇报演讲稿&#10;        &lt;/Text&gt;&#10;        &lt;Text style={{ fontSize: 18, color: '#64748B' }}&gt;&#10;            可直接复制粘贴至 Word / 讲稿文档使用&#10;        &lt;/Text&gt;&#10;    &lt;/Box&gt;&#10;&#10;    &lt;Box style={{ flexDirection: 'column', gap: 10, background: '#F8FAFC', padding: '20px 24px', borderRadius: 8, borderLeft: '4px solid #1E3A8A' }}&gt;&#10;        &lt;Text style={{ fontSize: 17, fontWeight: 'bold', color: '#1E3A8A' }}&gt;本稿包含以下内容&lt;/Text&gt;&#10;        &lt;Text style={{ fontSize: 15, color: '#334155', lineHeight: 1.8 }}&gt;&#10;            01 ｜ 第一章 · 时代之问（开场演讲稿全文，约 3 分钟）&lt;br /&gt;&#10;            02 ｜ 第三章 · 国家战略指引方向（政策小格子文案）&lt;br /&gt;&#10;            03 ｜ 第四章 · 调研设计（三版问卷页文案）&#10;        &lt;/Text&gt;&#10;    &lt;/Box&gt;&#10;&#10;    &lt;Box style={{ flexDirection: 'column', gap: 6 }}&gt;&#10;        &lt;Text style={{ fontSize: 14, color: '#94A3B8' }}&gt;&#10;            团队：“童健韶华”志愿服务队 ｜ 队长：阎宗宁&#10;        &lt;/Text&gt;&#10;        &lt;Text style={{ fontSize: 14, color: '#94A3B8' }}&gt;&#10;            指导老师：董怡静、张红朗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圆角矩形 2"/>
          <p:cNvSpPr/>
          <p:nvPr/>
        </p:nvSpPr>
        <p:spPr>
          <a:xfrm>
            <a:off x="666750" y="476250"/>
            <a:ext cx="1428750" cy="257175"/>
          </a:xfrm>
          <a:prstGeom prst="roundRect">
            <a:avLst>
              <a:gd name="adj" fmla="val 22222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800100" y="523875"/>
            <a:ext cx="1162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汇报演讲文稿</a:t>
            </a:r>
            <a:endParaRPr lang="zh-CN" sz="1050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666750" y="809625"/>
            <a:ext cx="10858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童健韶华</a:t>
            </a:r>
            <a:r>
              <a:rPr lang="en-US"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三下乡汇报演讲稿</a:t>
            </a:r>
            <a:endParaRPr lang="zh-CN" sz="28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666750" y="1323975"/>
            <a:ext cx="10858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可直接复制粘贴至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Word / 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讲稿文档使用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04850" y="1762125"/>
            <a:ext cx="10858500" cy="1609725"/>
          </a:xfrm>
          <a:prstGeom prst="roundRect">
            <a:avLst>
              <a:gd name="adj" fmla="val 4734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8" name="任意多边形 7"/>
          <p:cNvSpPr/>
          <p:nvPr/>
        </p:nvSpPr>
        <p:spPr>
          <a:xfrm>
            <a:off x="704850" y="1762125"/>
            <a:ext cx="10858500" cy="1609725"/>
          </a:xfrm>
          <a:custGeom>
            <a:avLst/>
            <a:gdLst/>
            <a:ahLst/>
            <a:cxnLst/>
            <a:pathLst>
              <a:path w="1140" h="16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65"/>
                </a:lnTo>
                <a:cubicBezTo>
                  <a:pt x="4" y="167"/>
                  <a:pt x="5" y="169"/>
                  <a:pt x="7" y="169"/>
                </a:cubicBezTo>
                <a:cubicBezTo>
                  <a:pt x="3" y="169"/>
                  <a:pt x="0" y="165"/>
                  <a:pt x="0" y="1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3A8A"/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33450" y="1952625"/>
            <a:ext cx="10363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本稿包含以下内容</a:t>
            </a:r>
            <a:endParaRPr lang="zh-CN" sz="1275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933450" y="2247900"/>
            <a:ext cx="103632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时代之问（开场演讲稿全文，约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分钟）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国家战略指引方向（政策小格子文案）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调研设计（三版问卷页文案）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66750" y="3600450"/>
            <a:ext cx="10858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团队：“童健韶华”志愿服务队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队长：阎宗宁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66750" y="3819525"/>
            <a:ext cx="10858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指导老师：董怡静、张红朗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 descr="&lt;Slide style={{&#10;    width: 1280,&#10;    height: 720,&#10;    background: '#FFFFFF',&#10;    padding: '44px 70px',&#10;    display: 'flex',&#10;    flexDirection: 'column',&#10;    gap: 16&#10;}}&gt;&#10;    &lt;Box style={{ flexDirection: 'row', justifyContent: 'space-between', alignItems: 'center' }}&gt;&#10;        &lt;Text style={{ fontSize: 26, fontWeight: 'bold', color: '#1E3A8A' }}&gt;&#10;            第一章 · 时代之问（开场演讲稿）&#10;        &lt;/Text&gt;&#10;        &lt;Box style={{ background: '#EFF6FF', padding: '4px 12px', borderRadius: 6 }}&gt;&#10;            &lt;Text style={{ fontSize: 13, color: '#1D4ED8' }}&gt;约 3 分钟&lt;/Text&gt;&#10;        &lt;/Box&gt;&#10;    &lt;/Box&gt;&#10;&#10;    &lt;Box style={{&#10;        flexDirection: 'column',&#10;        gap: 10,&#10;        background: '#F8FAFC',&#10;        padding: '20px 24px',&#10;        borderRadius: 8,&#10;        border: '1px solid #E2E8F0'&#10;    }}&gt;&#10;        &lt;Text style={{ fontSize: 15, color: '#334155', lineHeight: 1.8 }}&gt;&#10;            各位评委老师，大家好。我是&quot;童健韶华&quot;志愿服务队队长阎宗宁。今天我汇报的题目是《以动代屏 · 童健韶华——青少年体质提升与数字赋能志愿服务行动》。&#10;        &lt;/Text&gt;&#10;        &lt;Text style={{ fontSize: 15, color: '#334155', lineHeight: 1.8 }}&gt;&#10;            我们的故事，要从 2026 年 6 月说起。那个月，院团委下发了暑期&quot;三下乡&quot;社会实践的通知，我们的项目正式起航。可说实话，通知下来那天，团队里最强烈的情绪不是兴奋，而是忐忑。&#10;        &lt;/Text&gt;&#10;        &lt;Text style={{ fontSize: 15, color: '#334155', lineHeight: 1.8 }}&gt;&#10;            因为有一个问题，一直萦绕在每个人的耳边：三下乡，我们到底能做成什么？我们究竟能真正为那些孩子留下点什么？我们怕——怕的是兴冲冲地去了，热热闹闹地办一场活动，拍几张合影，写一篇推文，然后，什么都没留下。这样的实践，我们不想做。&#10;        &lt;/Text&gt;&#10;        &lt;Text style={{ fontSize: 15, color: '#334155', lineHeight: 1.8 }}&gt;&#10;            于是我们决定先去找答案，而不是坐在宿舍里空想。我们走进社区、走进学校、走到孩子们身边。很快，一个普遍的事实摆在了眼前：青少年的体质，正在逐年下滑。&#10;        &lt;/Text&gt;&#10;        &lt;Text style={{ fontSize: 15, color: '#334155', lineHeight: 1.8 }}&gt;&#10;            视力表上越来越靠上的那一行，跑两步就喘的体育课，放学后抱着手机一动不动的小小身影——这些不再是新闻里的数字，而是我们亲眼看见的孩子。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66750" y="419100"/>
            <a:ext cx="37242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时代之问（开场演讲稿）</a:t>
            </a:r>
            <a:endParaRPr lang="zh-CN"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0772775" y="457200"/>
            <a:ext cx="75247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0887075" y="495300"/>
            <a:ext cx="523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sz="975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75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66750" y="876300"/>
            <a:ext cx="10858500" cy="3248025"/>
          </a:xfrm>
          <a:prstGeom prst="roundRect">
            <a:avLst>
              <a:gd name="adj" fmla="val 23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895350" y="1066800"/>
            <a:ext cx="104013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各位评委老师，大家好。我是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童健韶华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志愿服务队队长阎宗宁。今天我汇报的题目是《以动代屏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童健韶华——青少年体质提升与数字赋能志愿服务行动》。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895350" y="1476375"/>
            <a:ext cx="10401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我们的故事，要从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月说起。那个月，院团委下发了暑期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三下乡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社会实践的通知，我们的项目正式起航。可说实话，通知下来那天，团队里最强烈的情绪不是兴奋，而是忐忑。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895350" y="2190750"/>
            <a:ext cx="10401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因为有一个问题，一直萦绕在每个人的耳边：三下乡，我们到底能做成什么？我们究竟能真正为那些孩子留下点什么？我们怕——怕的是兴冲冲地去了，热热闹闹地办一场活动，拍几张合影，写一篇推文，然后，什么都没留下。这样的实践，我们不想做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95350" y="2905125"/>
            <a:ext cx="10401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于是我们决定先去找答案，而不是坐在宿舍里空想。我们走进社区、走进学校、走到孩子们身边。很快，一个普遍的事实摆在了眼前：青少年的体质，正在逐年下滑。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95350" y="3619500"/>
            <a:ext cx="104013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视力表上越来越靠上的那一行，跑两步就喘的体育课，放学后抱着手机一动不动的小小身影——这些不再是新闻里的数字，而是我们亲眼看见的孩子。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 descr="&lt;Slide style={{&#10;    width: 1280,&#10;    height: 720,&#10;    background: '#FFFFFF',&#10;    padding: '44px 70px',&#10;    display: 'flex',&#10;    flexDirection: 'column',&#10;    gap: 16&#10;}}&gt;&#10;    &lt;Box style={{ flexDirection: 'row', justifyContent: 'space-between', alignItems: 'center' }}&gt;&#10;        &lt;Text style={{ fontSize: 26, fontWeight: 'bold', color: '#1E3A8A' }}&gt;&#10;            第一章 · 时代之问（承接段）&#10;        &lt;/Text&gt;&#10;        &lt;Box style={{ background: '#EFF6FF', padding: '4px 12px', borderRadius: 6 }}&gt;&#10;            &lt;Text style={{ fontSize: 13, color: '#1D4ED8' }}&gt;接上页&lt;/Text&gt;&#10;        &lt;/Box&gt;&#10;    &lt;/Box&gt;&#10;&#10;    &lt;Box style={{&#10;        flexDirection: 'column',&#10;        gap: 10,&#10;        background: '#F8FAFC',&#10;        padding: '20px 24px',&#10;        borderRadius: 8,&#10;        border: '1px solid #E2E8F0'&#10;    }}&gt;&#10;        &lt;Text style={{ fontSize: 15, color: '#334155', lineHeight: 1.8 }}&gt;&#10;            但看见问题，只是第一步。我们更想知道：为什么会这样？孩子自己怎么看？家长到底管不管得住？社区又能做些什么？&#10;        &lt;/Text&gt;&#10;        &lt;Text style={{ fontSize: 15, color: '#334155', lineHeight: 1.8 }}&gt;&#10;            带着这一连串的问号，我们设计了一套问卷，并且分成了三个版本——教工版、社工版、家长版。三个视角，交叉验证，去听听老师、社区工作者和家长的真实声音，把&quot;我觉得孩子缺什么&quot;，变成&quot;数据告诉我们该做什么&quot;。&#10;        &lt;/Text&gt;&#10;        &lt;Text style={{ fontSize: 15, color: '#334155', lineHeight: 1.8 }}&gt;&#10;            就这样，我们的实践调查之旅，正式开始了。而接下来所有的模块设计，都从这份调研结果里长出来。&#10;        &lt;/Text&gt;&#10;    &lt;/Box&gt;&#10;&#10;    &lt;Box style={{&#10;        background: '#EFF6FF',&#10;        padding: '16px 22px',&#10;        borderRadius: 8,&#10;        borderLeft: '5px solid #1E3A8A',&#10;        flexDirection: 'column',&#10;        gap: 6&#10;    }}&gt;&#10;        &lt;Text style={{ fontSize: 14, fontWeight: 'bold', color: '#1E3A8A' }}&gt;💡 演讲提示&lt;/Text&gt;&#10;        &lt;Text style={{ fontSize: 14, color: '#1E40AF', lineHeight: 1.7 }}&gt;&#10;            念到&quot;三下乡，我们到底能做成什么&quot;时建议停顿 2 秒再继续，这是全场第一个情绪落点；&lt;br /&gt;&#10;            念到教工版、社工版、家长版时可配合手势逐一点出，与 PPT 第 04 页三张问卷卡片同步。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66750" y="419100"/>
            <a:ext cx="32289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时代之问（承接段）</a:t>
            </a:r>
            <a:endParaRPr lang="zh-CN"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0925175" y="457200"/>
            <a:ext cx="60007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1039475" y="49530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接上页</a:t>
            </a:r>
            <a:endParaRPr lang="zh-CN" sz="975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66750" y="876300"/>
            <a:ext cx="10858500" cy="1819275"/>
          </a:xfrm>
          <a:prstGeom prst="roundRect">
            <a:avLst>
              <a:gd name="adj" fmla="val 41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95350" y="1066800"/>
            <a:ext cx="104013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但看见问题，只是第一步。我们更想知道：为什么会这样？孩子自己怎么看？家长到底管不管得住？社区又能做些什么？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95350" y="1476375"/>
            <a:ext cx="10401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带着这一连串的问号，我们设计了一套问卷，并且分成了三个版本——教工版、社工版、家长版。三个视角，交叉验证，去听听老师、社区工作者和家长的真实声音，把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我觉得孩子缺什么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，变成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数据告诉我们该做什么</a:t>
            </a:r>
            <a:r>
              <a:rPr lang="en-US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95350" y="2190750"/>
            <a:ext cx="104013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就这样，我们的实践调查之旅，正式开始了。而接下来所有的模块设计，都从这份调研结果里长出来。</a:t>
            </a:r>
            <a:endParaRPr lang="zh-CN" sz="1125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14375" y="2847975"/>
            <a:ext cx="10858500" cy="1076325"/>
          </a:xfrm>
          <a:prstGeom prst="roundRect">
            <a:avLst>
              <a:gd name="adj" fmla="val 7080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34" name="任意多边形 33"/>
          <p:cNvSpPr/>
          <p:nvPr/>
        </p:nvSpPr>
        <p:spPr>
          <a:xfrm>
            <a:off x="714375" y="2847975"/>
            <a:ext cx="10858500" cy="1076325"/>
          </a:xfrm>
          <a:custGeom>
            <a:avLst/>
            <a:gdLst/>
            <a:ahLst/>
            <a:cxnLst/>
            <a:pathLst>
              <a:path w="1140" h="11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10"/>
                </a:lnTo>
                <a:cubicBezTo>
                  <a:pt x="5" y="112"/>
                  <a:pt x="6" y="113"/>
                  <a:pt x="8" y="113"/>
                </a:cubicBezTo>
                <a:cubicBezTo>
                  <a:pt x="3" y="113"/>
                  <a:pt x="0" y="109"/>
                  <a:pt x="0" y="10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3A8A"/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23925" y="3000375"/>
            <a:ext cx="10391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💡 </a:t>
            </a:r>
            <a:r>
              <a:rPr lang="zh-CN" sz="10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演讲提示</a:t>
            </a:r>
            <a:endParaRPr lang="zh-CN" sz="10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23925" y="3219450"/>
            <a:ext cx="1039177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念到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三下乡，我们到底能做成什么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时建议停顿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秒再继续，这是全场第一个情绪落点；</a:t>
            </a:r>
            <a:endParaRPr lang="zh-CN" sz="1050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念到教工版、社工版、家长版时可配合手势逐一点出，与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PPT 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04 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页三张问卷卡片同步。</a:t>
            </a:r>
            <a:endParaRPr lang="zh-CN" sz="1050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 descr="&lt;Slide style={{&#10;    width: 1280,&#10;    height: 720,&#10;    background: '#FFFFFF',&#10;    padding: '44px 70px',&#10;    display: 'flex',&#10;    flexDirection: 'column',&#10;    gap: 14&#10;}}&gt;&#10;    &lt;Text style={{ fontSize: 26, fontWeight: 'bold', color: '#1E3A8A' }}&gt;&#10;        第三章 · 国家战略指引方向（政策小格子文案）&#10;    &lt;/Text&gt;&#10;&#10;    &lt;Box style={{&#10;        flexDirection: 'column',&#10;        gap: 8,&#10;        background: '#FFFFFF',&#10;        padding: '16px 20px',&#10;        borderRadius: 8,&#10;        border: '1px solid #E2E8F0',&#10;        borderLeft: '4px solid #3B82F6'&#10;    }}&gt;&#10;        &lt;Text style={{ fontSize: 16, fontWeight: 'bold', color: '#0F172A' }}&gt;《全民健身计划（2026—2030年）》&lt;/Text&gt;&#10;        &lt;Text style={{ fontSize: 13, color: '#94A3B8' }}&gt;国发〔2026〕26号 · 2026年7月印发&lt;/Text&gt;&#10;        &lt;Text style={{ fontSize: 14, color: '#475569', lineHeight: 1.7 }}&gt;&#10;            政策要点：深化体教融合，保障青少年每天校内校外各 1 小时体育活动，有效遏制近视高发与肥胖低龄化。&#10;        &lt;/Text&gt;&#10;        &lt;Text style={{ fontSize: 14, color: '#1D4ED8', lineHeight: 1.7 }}&gt;&#10;            我们的回应：把&quot;每天 1 小时&quot;拆解成可落地的社区趣味运动模块，让孩子放学后与假期里同样动起来。&#10;        &lt;/Text&gt;&#10;    &lt;/Box&gt;&#10;&#10;    &lt;Box style={{&#10;        flexDirection: 'column',&#10;        gap: 8,&#10;        background: '#FFFFFF',&#10;        padding: '16px 20px',&#10;        borderRadius: 8,&#10;        border: '1px solid #E2E8F0',&#10;        borderLeft: '4px solid #0284C7'&#10;    }}&gt;&#10;        &lt;Text style={{ fontSize: 16, fontWeight: 'bold', color: '#0F172A' }}&gt;《体育强国建设&quot;十五五&quot;规划》&lt;/Text&gt;&#10;        &lt;Text style={{ fontSize: 13, color: '#94A3B8' }}&gt;国家顶层设计 · 全民健身智慧化转型导向&lt;/Text&gt;&#10;        &lt;Text style={{ fontSize: 14, color: '#475569', lineHeight: 1.7 }}&gt;&#10;            政策要点：推动全民健身智慧化转型，引导青年志愿服务深入基层社区，培育青少年终身体育意识。&#10;        &lt;/Text&gt;&#10;        &lt;Text style={{ fontSize: 14, color: '#1D4ED8', lineHeight: 1.7 }}&gt;&#10;            我们的回应：以高校志愿力量常态化下沉社区，并用自研 AI 工具把&quot;智慧化&quot;真正落到家庭端。&#10;        &lt;/Text&gt;&#10;    &lt;/Box&gt;&#10;&#10;    &lt;Box style={{&#10;        background: '#EFF6FF',&#10;        padding: '14px 20px',&#10;        borderRadius: 8,&#10;        border: '1px dashed #93C5FD'&#10;    }}&gt;&#10;        &lt;Text style={{ fontSize: 14, color: '#1E40AF', lineHeight: 1.7 }}&gt;&#10;            💡 口播串联词：正是这两份文件，给了我们答案的方向——国家要的是&quot;体教融合&quot;与&quot;智慧化转型&quot;，而我们能做的，就是把这两件事，搬进社区、送进家庭。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66750" y="419100"/>
            <a:ext cx="10858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国家战略指引方向（政策小格子文案）</a:t>
            </a:r>
            <a:endParaRPr lang="zh-CN"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04850" y="857250"/>
            <a:ext cx="1085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任意多边形 40"/>
          <p:cNvSpPr/>
          <p:nvPr/>
        </p:nvSpPr>
        <p:spPr>
          <a:xfrm>
            <a:off x="704850" y="857250"/>
            <a:ext cx="10858500" cy="1428750"/>
          </a:xfrm>
          <a:custGeom>
            <a:avLst/>
            <a:gdLst/>
            <a:ahLst/>
            <a:cxnLst/>
            <a:pathLst>
              <a:path w="1140" h="1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6"/>
                </a:lnTo>
                <a:cubicBezTo>
                  <a:pt x="4" y="148"/>
                  <a:pt x="5" y="150"/>
                  <a:pt x="7" y="150"/>
                </a:cubicBezTo>
                <a:cubicBezTo>
                  <a:pt x="3" y="150"/>
                  <a:pt x="0" y="146"/>
                  <a:pt x="0" y="1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895350" y="1009650"/>
            <a:ext cx="10439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《全民健身计划（</a:t>
            </a: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2026—2030</a:t>
            </a: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年）》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895350" y="1276350"/>
            <a:ext cx="1043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国发〔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〕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号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月印发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895350" y="1504950"/>
            <a:ext cx="10439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政策要点：深化体教融合，保障青少年每天校内校外各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小时体育活动，有效遏制近视高发与肥胖低龄化。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895350" y="1857375"/>
            <a:ext cx="10439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我们的回应：把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每天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小时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拆解成可落地的社区趣味运动模块，让孩子放学后与假期里同样动起来。</a:t>
            </a:r>
            <a:endParaRPr lang="zh-CN" sz="1050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04850" y="2419350"/>
            <a:ext cx="1085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7" name="任意多边形 46"/>
          <p:cNvSpPr/>
          <p:nvPr/>
        </p:nvSpPr>
        <p:spPr>
          <a:xfrm>
            <a:off x="704850" y="2419350"/>
            <a:ext cx="10858500" cy="1428750"/>
          </a:xfrm>
          <a:custGeom>
            <a:avLst/>
            <a:gdLst/>
            <a:ahLst/>
            <a:cxnLst/>
            <a:pathLst>
              <a:path w="1140" h="1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6"/>
                </a:lnTo>
                <a:cubicBezTo>
                  <a:pt x="4" y="148"/>
                  <a:pt x="5" y="150"/>
                  <a:pt x="7" y="150"/>
                </a:cubicBezTo>
                <a:cubicBezTo>
                  <a:pt x="3" y="150"/>
                  <a:pt x="0" y="146"/>
                  <a:pt x="0" y="1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95350" y="2571750"/>
            <a:ext cx="10439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《体育强国建设</a:t>
            </a: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十五五</a:t>
            </a: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规划》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95350" y="2838450"/>
            <a:ext cx="1043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国家顶层设计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全民健身智慧化转型导向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895350" y="3067050"/>
            <a:ext cx="10439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政策要点：推动全民健身智慧化转型，引导青年志愿服务深入基层社区，培育青少年终身体育意识。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895350" y="3419475"/>
            <a:ext cx="10439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我们的回应：以高校志愿力量常态化下沉社区，并用自研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工具把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智慧化</a:t>
            </a:r>
            <a:r>
              <a:rPr lang="en-US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真正落到家庭端。</a:t>
            </a:r>
            <a:endParaRPr lang="zh-CN" sz="1050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66750" y="3981450"/>
            <a:ext cx="10858500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dash"/>
          </a:ln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57250" y="4114800"/>
            <a:ext cx="10477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💡 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口播串联词：正是这两份文件，给了我们答案的方向——国家要的是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体教融合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智慧化转型</a:t>
            </a:r>
            <a:r>
              <a:rPr lang="en-US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，而我们能做的，就是把这两件事，搬进社区、送进家庭。</a:t>
            </a:r>
            <a:endParaRPr lang="zh-CN" sz="1050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 descr="&lt;Slide style={{&#10;    width: 1280,&#10;    height: 720,&#10;    background: '#FFFFFF',&#10;    padding: '44px 70px',&#10;    display: 'flex',&#10;    flexDirection: 'column',&#10;    gap: 14&#10;}}&gt;&#10;    &lt;Text style={{ fontSize: 26, fontWeight: 'bold', color: '#1E3A8A' }}&gt;&#10;        第四章 · 调研设计（三版问卷页文案）&#10;    &lt;/Text&gt;&#10;&#10;    &lt;Box style={{ flexDirection: 'row', gap: 12 }}&gt;&#10;        &lt;Box style={{&#10;            flex: 1,&#10;            background: '#F8FAFC',&#10;            padding: '14px 16px',&#10;            borderRadius: 8,&#10;            border: '1px solid #E2E8F0',&#10;            flexDirection: 'column',&#10;            gap: 6&#10;        }}&gt;&#10;            &lt;Text style={{ fontSize: 16, fontWeight: 'bold', color: '#0F172A' }}&gt;教工版&lt;/Text&gt;&#10;            &lt;Text style={{ fontSize: 12, color: '#64748B' }}&gt;面向：学校教师与教育工作者&lt;/Text&gt;&#10;            &lt;Text style={{ fontSize: 13, color: '#475569', lineHeight: 1.7 }}&gt;&#10;                • 在校学生体质达标与体育课参与状况&lt;br /&gt;&#10;                • 视力不良、体重超重的年度变化趋势&lt;br /&gt;&#10;                • 教师视角下最迫切的健康干预需求&lt;br /&gt;&#10;                • 学校现有体育与健康教育资源盘点&#10;            &lt;/Text&gt;&#10;        &lt;/Box&gt;&#10;&#10;        &lt;Box style={{&#10;            flex: 1,&#10;            background: '#F8FAFC',&#10;            padding: '14px 16px',&#10;            borderRadius: 8,&#10;            border: '1px solid #E2E8F0',&#10;            flexDirection: 'column',&#10;            gap: 6&#10;        }}&gt;&#10;            &lt;Text style={{ fontSize: 16, fontWeight: 'bold', color: '#0F172A' }}&gt;社工版&lt;/Text&gt;&#10;            &lt;Text style={{ fontSize: 12, color: '#64748B' }}&gt;面向：社区工作者与网格员&lt;/Text&gt;&#10;            &lt;Text style={{ fontSize: 13, color: '#475569', lineHeight: 1.7 }}&gt;&#10;                • 社区青少年活动场地与器材供给情况&lt;br /&gt;&#10;                • 假期托管与课外活动的实际缺口&lt;br /&gt;&#10;                • 既往青少年服务的成效与难点反馈&lt;br /&gt;&#10;                • 社区可调动的协同资源与阵地条件&#10;            &lt;/Text&gt;&#10;        &lt;/Box&gt;&#10;&#10;        &lt;Box style={{&#10;            flex: 1,&#10;            background: '#F8FAFC',&#10;            padding: '14px 16px',&#10;            borderRadius: 8,&#10;            border: '1px solid #E2E8F0',&#10;            flexDirection: 'column',&#10;            gap: 6&#10;        }}&gt;&#10;            &lt;Text style={{ fontSize: 16, fontWeight: 'bold', color: '#0F172A' }}&gt;家长版&lt;/Text&gt;&#10;            &lt;Text style={{ fontSize: 12, color: '#64748B' }}&gt;面向：中小学生家长&lt;/Text&gt;&#10;            &lt;Text style={{ fontSize: 13, color: '#475569', lineHeight: 1.7 }}&gt;&#10;                • 家庭日均屏幕使用时长与使用场景&lt;br /&gt;&#10;                • 孩子户外运动频次与运动项目偏好&lt;br /&gt;&#10;                • 家长在监管用网上的真实困难&lt;br /&gt;&#10;                • 对社区健康活动的期待与参与意愿&#10;            &lt;/Text&gt;&#10;        &lt;/Box&gt;&#10;    &lt;/Box&gt;&#10;&#10;    &lt;Box style={{&#10;        background: '#EFF6FF',&#10;        padding: '14px 20px',&#10;        borderRadius: 8,&#10;        borderLeft: '5px solid #1E3A8A'&#10;    }}&gt;&#10;        &lt;Text style={{ fontSize: 14, color: '#1E3A8A', lineHeight: 1.7 }}&gt;&#10;            💡 页面金句：三份问卷、三个视角——让&quot;我觉得孩子缺什么&quot;变成&quot;数据告诉我们该做什么&quot;，后续每一个模块设计，都从这份调研结果里长出来。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66750" y="419100"/>
            <a:ext cx="10858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r>
              <a:rPr lang="en-US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9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调研设计（三版问卷页文案）</a:t>
            </a:r>
            <a:endParaRPr lang="zh-CN" sz="195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>
            <p:custDataLst>
              <p:tags r:id="rId1"/>
            </p:custDataLst>
          </p:nvPr>
        </p:nvSpPr>
        <p:spPr>
          <a:xfrm>
            <a:off x="666750" y="857250"/>
            <a:ext cx="3543300" cy="1733550"/>
          </a:xfrm>
          <a:prstGeom prst="roundRect">
            <a:avLst>
              <a:gd name="adj" fmla="val 43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819150" y="990600"/>
            <a:ext cx="3238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教工版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819150" y="1238250"/>
            <a:ext cx="3238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面向：学校教师与教育工作者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819150" y="1438275"/>
            <a:ext cx="32385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在校学生体质达标与体育课参与状况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视力不良、体重超重的年度变化趋势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教师视角下最迫切的健康干预需求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学校现有体育与健康教育资源盘点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>
            <p:custDataLst>
              <p:tags r:id="rId5"/>
            </p:custDataLst>
          </p:nvPr>
        </p:nvSpPr>
        <p:spPr>
          <a:xfrm>
            <a:off x="4324350" y="857250"/>
            <a:ext cx="3543300" cy="1733550"/>
          </a:xfrm>
          <a:prstGeom prst="roundRect">
            <a:avLst>
              <a:gd name="adj" fmla="val 43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4476750" y="990600"/>
            <a:ext cx="3238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社工版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476750" y="1238250"/>
            <a:ext cx="3238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面向：社区工作者与网格员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476750" y="1438275"/>
            <a:ext cx="32385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社区青少年活动场地与器材供给情况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假期托管与课外活动的实际缺口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既往青少年服务的成效与难点反馈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社区可调动的协同资源与阵地条件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>
            <p:custDataLst>
              <p:tags r:id="rId9"/>
            </p:custDataLst>
          </p:nvPr>
        </p:nvSpPr>
        <p:spPr>
          <a:xfrm>
            <a:off x="7981950" y="857250"/>
            <a:ext cx="3543300" cy="1733550"/>
          </a:xfrm>
          <a:prstGeom prst="roundRect">
            <a:avLst>
              <a:gd name="adj" fmla="val 43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8134350" y="990600"/>
            <a:ext cx="3238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家长版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8134350" y="1238250"/>
            <a:ext cx="3238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面向：中小学生家长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8134350" y="1438275"/>
            <a:ext cx="3238500" cy="1019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家庭日均屏幕使用时长与使用场景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孩子户外运动频次与运动项目偏好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家长在监管用网上的真实困难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对社区健康活动的期待与参与意愿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714375" y="2724150"/>
            <a:ext cx="10858500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70" name="任意多边形 69"/>
          <p:cNvSpPr/>
          <p:nvPr/>
        </p:nvSpPr>
        <p:spPr>
          <a:xfrm>
            <a:off x="714375" y="2724150"/>
            <a:ext cx="10858500" cy="542925"/>
          </a:xfrm>
          <a:custGeom>
            <a:avLst/>
            <a:gdLst/>
            <a:ahLst/>
            <a:cxnLst/>
            <a:pathLst>
              <a:path w="1140" h="5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4"/>
                </a:lnTo>
                <a:cubicBezTo>
                  <a:pt x="5" y="56"/>
                  <a:pt x="6" y="57"/>
                  <a:pt x="8" y="57"/>
                </a:cubicBezTo>
                <a:cubicBezTo>
                  <a:pt x="3" y="57"/>
                  <a:pt x="0" y="53"/>
                  <a:pt x="0" y="4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3A8A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04875" y="2857500"/>
            <a:ext cx="10429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💡 </a:t>
            </a:r>
            <a:r>
              <a: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页面金句：三份问卷、三个视角——让</a:t>
            </a:r>
            <a:r>
              <a:rPr lang="en-US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我觉得孩子缺什么</a:t>
            </a:r>
            <a:r>
              <a:rPr lang="en-US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en-US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数据告诉我们该做什么</a:t>
            </a:r>
            <a:r>
              <a:rPr lang="en-US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，后续每一个模块设计，都从这份调研结果里长出来。</a:t>
            </a:r>
            <a:endParaRPr lang="zh-CN" sz="105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2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3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4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5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6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7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8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9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10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11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12.xml><?xml version="1.0" encoding="utf-8"?>
<p:tagLst xmlns:p="http://schemas.openxmlformats.org/presentationml/2006/main">
  <p:tag name="KSO_WM_DIAGRAM_VIRTUALLY_FRAME" val="{&quot;height&quot;:136.5,&quot;left&quot;:52.5,&quot;top&quot;:67.5,&quot;width&quot;:855}"/>
</p:tagLst>
</file>

<file path=ppt/tags/tag13.xml><?xml version="1.0" encoding="utf-8"?>
<p:tagLst xmlns:p="http://schemas.openxmlformats.org/presentationml/2006/main">
  <p:tag name="commondata" val="eyJoZGlkIjoiOGE3MWU0MWIwZjhlYjQxYjdlZmFmZjQwYTE1MjgzN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1608</Words>
  <Application>WPS 演示</Application>
  <PresentationFormat/>
  <Paragraphs>96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这也是阎总</cp:lastModifiedBy>
  <cp:revision>1</cp:revision>
  <dcterms:created xsi:type="dcterms:W3CDTF">2026-09-01T15:40:18Z</dcterms:created>
  <dcterms:modified xsi:type="dcterms:W3CDTF">2026-09-01T15:40:18Z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A6A2090B531D42029AEC774D9550F41C_12</vt:lpwstr>
  </property>
  <property fmtid="{D5CDD505-2E9C-101B-9397-08002B2CF9AE}" pid="3" name="KSOProductBuildVer">
    <vt:lpwstr>2052-12.1.0.16250</vt:lpwstr>
  </property>
</Properties>
</file>